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 概论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量化交易：算法、分析、数据、模型和优化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645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原作：Xin Guo, Tze Leung Lai, Howard Shek, Samuel Wong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视觉讲解 · 基于高等教育出版社2020年第1版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Quantitative Trading: Algorithms, Analytics, Data, Models,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本章内容一览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交易基础结构的演变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从手势喊价到电子交易平台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54864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量化交易策略分类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基本面/宏观/统计套利 三足鼎立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有效市场假说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EMH vs 统计套利的核心争论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基金类型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量化基金/公募/对冲基金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834640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34640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五大主题流程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数据→分析→模型→优化→算法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6517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54864" cy="1325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跨学科性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计算机·金融·数学·法律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交易基础结构的演变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摘自原书p.1-4 · 从公开喊价到算法交易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80160"/>
            <a:ext cx="196596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9659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公开喊价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1792-1970s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手势+口头报价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场内交易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人工撮合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280160"/>
            <a:ext cx="196596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280160"/>
            <a:ext cx="19659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证券报价机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1870s-1980s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148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西联电报机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价格+公司缩写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纸质卡片清算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196596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80160"/>
            <a:ext cx="19659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电子交易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1971-2000s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148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1971纳斯达克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1992CME Globex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直通式处理STP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1280160"/>
            <a:ext cx="196596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280160"/>
            <a:ext cx="19659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325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算法交易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2000s-至今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2148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AI自动下单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高频交易HFT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微秒级撮合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原书引用：Powers(1996)"旧世界的交易池" — 手势喊价时代的交易细节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核心趋势：交易从"人与人"变成"机器与机器"，速度从秒级降到微秒级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关键里程碑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914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188720"/>
            <a:ext cx="6766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Instinet成立 — 第一家电子通信网络公司(ECN)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1920240"/>
            <a:ext cx="6766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纳斯达克成立 — 第一个电子证券交易市场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0" y="2651760"/>
            <a:ext cx="6766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伦敦证券交易所引入电子交易系统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45920" y="3383280"/>
            <a:ext cx="6766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Globex上线 — 首个跨市场电子交易平台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914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4114800"/>
            <a:ext cx="67665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纽交所(NYSE)引入电子交易系统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电子交易的核心优势：① 降低交易成本 ② 直通式处理(STP) ③ 全球范围信息传播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 量化交易策略分类与时间跨度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基本面量化 (FMQ)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Quant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377440" cy="320040"/>
          </a:xfrm>
          <a:prstGeom prst="rect">
            <a:avLst/>
          </a:prstGeom>
          <a:solidFill>
            <a:srgbClr val="1E2761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时间跨度：一个季度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按季度财报驱动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价值低估→买入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高估→卖出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指标：收益质量、公司价值、投资者情绪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摘自原书p.6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全球宏观策略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Macro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828800"/>
            <a:ext cx="2377440" cy="32004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时间跨度：一个月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利用宏观事件和趋势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酌情型 vs 系统型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如美元上涨→买入美元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29天国债周期驱动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摘自原书p.6-7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收敛/统计套利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Arb / Convergence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23774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时间跨度：分钟~天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3317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相似资产价格趋向收敛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配对交易策略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做多低估+做空高估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允许负收益，期望收益为正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摘自原书p.7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有效市场假说(EMH) vs 统计套利(StatArb)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本书最核心的学术争论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274320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有效市场假说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Fama (1970)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市场价格反映所有可获得的信息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个体对市场预期是随机的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无法通过分析获得超额收益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三类：弱/半强式/强式有效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实证检验结果纷杂，无统一结论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统计套利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Bondarenko (2003)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市场中存在统计套利机会(SAO)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金融资产存在错误定价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利用统计方法获利（期望收益为正）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允许单次负收益，但长期为正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排除SAO会对价格产生鞅式影响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原书p.8: Cowles(1933,1944)实证研究表明专业投资者很难获得高于市场的收益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核心问题：市场到底有没有免费午餐？ → 这就是量化交易存在的理由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 量化交易的五大主题（本书副标题）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封面排序 = 量化交易流程顺序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行情数据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LOB数据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TAQ数据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财报数据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另类数据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097280"/>
            <a:ext cx="1645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时间序列分析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因子分析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波动率估计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统计推断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Epps效应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97280"/>
            <a:ext cx="1645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模型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定价模型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风险模型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预测模型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行为模型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1097280"/>
            <a:ext cx="16459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优化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组合优化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执行优化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参数调优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在线学习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随机控制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78040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097280"/>
            <a:ext cx="1645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算法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订单执行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做市算法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套利算法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订单拆分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HFT算法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"用于分析的机器首先需要导入数据，然后利用模型和优化程序来开发量化交易策略。算法交易是指利用算法在电子化交易平台上执行包含交易时间、价格、数量等信息的策略。"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原书p.10-11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 基金类型  ·  1.6 跨学科性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基金类型（原书p.8-10）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量化基金 — 使用量化策略的投资基金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公募基金 — 向公众出售，开放型/封闭型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— 交易所交易基金，净值紧密跟踪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对冲基金 — 私人合伙制，开放式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跨学科性（原书p.11）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计算机科学与工程 — 编程+算力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金融与经济 — 资产定价+风险管理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数学与统计 — 建模+推断+优化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 — 监管+合规+市场规则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基金业绩评估指标（原书p.9-10）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474720"/>
            <a:ext cx="20116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Sharpe比率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(μ - rf) / 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单位总风险的超额回报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3474720"/>
            <a:ext cx="20116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信息比率IR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(μ - μB) / σ(r-rB)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相对基准的超额回报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20116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Jensen指数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- rf = α + β(μM-rf)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CAPM回归中的截距α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3474720"/>
            <a:ext cx="20116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Sortino比率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(μ - τ) / στ-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只考虑下行风险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第1章 核心框架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交易模式的演变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公开喊价 → 报价机 → 电子交易 → 算法交易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策略的时间维度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基本面(季度) · 宏观(月度) · 统计套利(分钟~天)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核心学术争论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有效市场(EMH) vs 统计套利(StatArb)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五大主题流程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→ 分析 → 模型 → 优化 → 算法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原书网址：http://lait.web.stanford.edu/quantstratbook/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第1章 · 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0" y="228600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量化交易必须先从理解交易本身开始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下一章：量化交易中的统计模型与方法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概论 - 量化交易：算法、分析、数据、模型和优化</dc:title>
  <dc:subject>PptxGenJS Presentation</dc:subject>
  <dc:creator>运营</dc:creator>
  <cp:lastModifiedBy>运营</cp:lastModifiedBy>
  <cp:revision>1</cp:revision>
  <dcterms:created xsi:type="dcterms:W3CDTF">2026-05-02T01:58:12Z</dcterms:created>
  <dcterms:modified xsi:type="dcterms:W3CDTF">2026-05-02T01:58:12Z</dcterms:modified>
</cp:coreProperties>
</file>