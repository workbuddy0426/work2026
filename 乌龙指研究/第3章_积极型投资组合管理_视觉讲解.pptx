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积极型投资组合管理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和投资策略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645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α和β · 奇异β · 交易成本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多期投资组合 · Samuelson-Merton · 波动率脉动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 α（阿尔法）和 β（贝塔）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原书p.58-60 · 积极型投资组合管理的基础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8229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名称来源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804672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来自线性回归：收益 = α + β×市场 + 误差。α=截距(超越市场的本事)，β=斜率(跟大盘的同步程度)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EEEDF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核心公式：Rᵢ - R_f = α + β × (R_m - R_f) + 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93192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β（贝塔）——随大流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和市场一起波动的部分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β=1.2→大盘涨1%你涨1.2%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β=0.8→大盘跌1%你跌0.8%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公式中的斜率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377440"/>
            <a:ext cx="44805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2377440"/>
            <a:ext cx="44805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α（阿尔法）——真本事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市场解释不了的超额收益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α&gt;0→选股能力强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α&lt;0→不如买指数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公式中的截距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22960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57600"/>
            <a:ext cx="8229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3.1.1 α的三个来源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8046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①信息优势(比别人早知道) ②分析优势(解读更深) ③执行优势(更快交易——你的quant_monitor)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3.1.2 奇异β + 3.1.3 积极型优化新方法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原书p.59-61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8229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为什么叫奇异β？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8046720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传统β只跟大盘有关，但现实中还有别的风险也在影响收益——这些非传统风险暴露叫奇异β(Exotic Beta)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20116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4592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波动率β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持有高波动股票的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额外风险回报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低波动异象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1645920"/>
            <a:ext cx="20116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164592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流动性差的股票有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流动性溢价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小盘股的一部分解释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645920"/>
            <a:ext cx="20116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645920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信用β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高风险债券的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信用风险溢价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公司债收益来源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645920"/>
            <a:ext cx="22860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645920"/>
            <a:ext cx="2286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偏差β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行为金融偏差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过度反应/反应不足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系统性错误定价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822960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82296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积极型优化新方法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429000"/>
            <a:ext cx="8046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3.1.3 核心转变：从找Alpha到管理Beta暴露——控制你能控制的风险,而不是盲目追逐超额收益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49040"/>
            <a:ext cx="822960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和你系统的关系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251960"/>
            <a:ext cx="804672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你的stock_scorer.py其实就是在找奇异Beta——ROE分是质量Beta，PE分是价值Beta，动量分是趋势Beta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 交易成本和买卖限制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原书p.62-64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8229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为什么要专门讲交易成本？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804672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经典理论假设交易免费，但现实中交易成本会吃掉利润——尤其是套利策略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393192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4592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显性交易成本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佣金——券商手续费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印花税——政府税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过户费——登记结算费用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这些都是明码标价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448056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645920"/>
            <a:ext cx="44805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隐性交易成本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买卖价差——买价和卖价的差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市场冲击——大单推动价格变动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延迟成本——等待时价格变化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这些看不见但更致命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2296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822960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用你的价差监控来理解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20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为什么币安和OKX价差0.5bps你也赚不到？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价差利润：$0.04（0.5bps）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交易成本：$0.08（1bp手续费+价差）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结论：价差利润 ＜ 交易成本 → 倒亏！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 多期投资组合管理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原书p.64-73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为什么从单期到多期？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前面所有模型都是单期的——决定今天怎么买就不管了。但实际交易是连续的：今天买了,明天还要调整。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393192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单期模型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一次决策，永不再动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不考虑未来的变化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Markowitz就是单期的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448056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103120"/>
            <a:ext cx="44805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多期模型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606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持续调整组合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考虑未来各种可能性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随机控制理论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39319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74720"/>
            <a:ext cx="39319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3.3.1 Samuelson-Merton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3749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 Samuelson终身投资组合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 Merton连续时间扩展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448056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474720"/>
            <a:ext cx="44805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3.3.2 含成本的Merton问题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3977640"/>
            <a:ext cx="4297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频繁调整→成本太高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最优：不频繁再平衡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3.3.4 多期均值-方差再平衡——公式详解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原书p.88 · Markowitz和van Dijk(2003)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核心问题：什么时候该调整？单期Markowitz今天决定最优组合然后不管了，但多期需要持续调整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393192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45920"/>
            <a:ext cx="39319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公式① 均值-方差替代法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≈ E[R] − λ × Var[R]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U=满足感/效用, E[R]=预期收益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Var[R]=风险(方差), λ=风险厌恶系数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翻译：投资满足感=期望收益−怕亏程度×风险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448056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645920"/>
            <a:ext cx="44805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公式② 近似动态规划ADP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Vₜ(xₜ)=max{ cₜ(xₜ,uₜ) + E[Vₜ₊₁(xₜ₊₁)] }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Vₜ=价值函数, xₜ=当前状态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uₜ=决策, cₜ=即时收益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E[Vₜ₊₁]=未来价值期望(只能估)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822960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实证约束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804672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Kritzman实证约束：wᵢ≥κᵢ(最低持仓) + Σwᵢ=1 + wᵢ≥0(不能做空)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3.3.5 含交易成本的动态优化——公式详解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原书p.89 · Gârleanu和Pedersen(2013)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公式③④ 收益分解+因子自回归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˜Rₜ₊₁ = Bfₜ + εₜ₊₁ — 超额收益的因子分解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˜Rₜ₊₁=下期超额收益, B=因子载荷, fₜ=当前因子值, ε=随机误差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fₜ₊₁=(I−Φ)fₜ + wₜ₊₁ — 因子自回归(VAR模型)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因子缓慢回归均值, w是新冲击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448056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005840"/>
            <a:ext cx="44805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符号说明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4297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uₜ=持仓向量, Δuₜ=调整量(买/卖多少)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Λ=交易成本矩阵, Σ=协方差矩阵(风险)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γ=风险厌恶系数, ρ=折现因子(&lt;1)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Λ=λΣ 关键假设→使问题有解析解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82296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20240"/>
            <a:ext cx="82296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057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公式⑤ 总优化目标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E[ Σ ρᵗ ( uₜᵀ˜Rₜ₊₁ − γ uₜᵀΣ uₜ − (Δuₜ)ᵀΛ Δuₜ ) ]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三项拆解：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uₜᵀ˜Rₜ₊₁ = 持仓×收益 = 预期收益(越大越好)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γ uₜᵀΣ uₜ = 风险厌恶×组合风险 = 风险惩罚(越小越好)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(Δuₜ)ᵀΛΔuₜ = 调整量×成本×调整量 = 交易成本惩罚(越小越好)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66160"/>
            <a:ext cx="822960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算账实例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069080"/>
            <a:ext cx="804672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用你的系统理解：价差12bps, 买$200 BTC → 预期收益+$0.24, 风险惩罚−$20(因BTC波动±5%), 交易成本−$0.10 = −$19.86 → 不做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3.3.6 参数不确定性——公式详解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原书p.90-92 · Brennan(1998) · Kalman-Bucy滤波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公式⑦ 模型设定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dPₜ/Pₜ = μ dt + σ dBₜ — Brennan模型设定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μ=未知的预期收益(关键!), σ=已知的波动率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μ的先验: N(m₀, v₀) — 先猜一个范围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448056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005840"/>
            <a:ext cx="44805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公式⑧ 参数更新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dmₜ = (vₜ/σ²)(dPₜ/Pₜ − mₜdt) — Kalman-Bucy滤波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新估计 = 旧估计 + Kalman增益×(实际−预测)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vₜ越大(越不确定)→更新幅度越大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393192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公式⑨ 多资产扩展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µᵢ−r = αᵢ + βᵢ(µ₀−r) — Cvitanić多资产扩展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每个资产的超额收益 = αᵢ + βᵢ×市场超额收益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θ的先验→后验通过Kalman-Bucy滤波更新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194560"/>
            <a:ext cx="448056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2194560"/>
            <a:ext cx="44805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实证结果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实证: 1926-1994年69年S&amp;P 500数据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考虑了参数不确定性后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最优配置在时间上可能增、减或非单调变化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822960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83280"/>
            <a:ext cx="822960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完整递进关系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8046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三条公式递进：3.3.4(无成本)→3.3.5(加交易成本Λ)→3.3.6(加参数不确定μ未知)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第3章 完整时间线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9144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6766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α和β — Sharpe提出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收益分解为α+β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5840" y="1508760"/>
            <a:ext cx="0" cy="32004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9144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1874520"/>
            <a:ext cx="6766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Samuelson终身投资组合选择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离散时间多期模型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240280"/>
            <a:ext cx="0" cy="32004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60320"/>
            <a:ext cx="9144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2606040"/>
            <a:ext cx="6766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Merton连续时间—随机控制HJB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连续时间多期优化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5840" y="2971800"/>
            <a:ext cx="0" cy="32004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291840"/>
            <a:ext cx="9144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0" y="3337560"/>
            <a:ext cx="6766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带交易成本的动态优化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再平衡策略优化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" y="3703320"/>
            <a:ext cx="0" cy="32004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23360"/>
            <a:ext cx="9144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4069080"/>
            <a:ext cx="6766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参数不确定+动态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多期+贝叶斯+近似动态规划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核心概念：α(真本事) + β(随大流) + 交易成本(吃掉利润) + 多期(持续调整)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第3章 · 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0" y="274320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下一章：电子交易中的计量经济学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积极型投资组合管理和投资策略</dc:title>
  <dc:subject>PptxGenJS Presentation</dc:subject>
  <dc:creator>运营</dc:creator>
  <cp:lastModifiedBy>运营</cp:lastModifiedBy>
  <cp:revision>1</cp:revision>
  <dcterms:created xsi:type="dcterms:W3CDTF">2026-05-02T13:56:39Z</dcterms:created>
  <dcterms:modified xsi:type="dcterms:W3CDTF">2026-05-02T13:56:39Z</dcterms:modified>
</cp:coreProperties>
</file>